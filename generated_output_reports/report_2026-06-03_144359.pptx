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Key Points from Video Discussion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video discusses trends in renewable energy usage and extreme weather events. It includes a detailed analysis of a data visualization dashboard showing trends over time and comparisons between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Renewable Energy Trends</a:t>
            </a:r>
          </a:p>
        </p:txBody>
      </p:sp>
      <p:sp>
        <p:nvSpPr>
          <p:cNvPr id="3" name="Content Placeholder 2"/>
          <p:cNvSpPr>
            <a:spLocks noGrp="1"/>
          </p:cNvSpPr>
          <p:nvPr>
            <p:ph idx="1"/>
          </p:nvPr>
        </p:nvSpPr>
        <p:spPr/>
        <p:txBody>
          <a:bodyPr/>
          <a:lstStyle/>
          <a:p>
            <a:r>
              <a:t>The dashboard shows a significant increase in renewable energy usage in Germany and the UK compared to countries like Saudi Arabia and South Korea. The line charts and bar charts illustrate these trends.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Extreme Weather Events</a:t>
            </a:r>
          </a:p>
        </p:txBody>
      </p:sp>
      <p:sp>
        <p:nvSpPr>
          <p:cNvPr id="3" name="Content Placeholder 2"/>
          <p:cNvSpPr>
            <a:spLocks noGrp="1"/>
          </p:cNvSpPr>
          <p:nvPr>
            <p:ph idx="1"/>
          </p:nvPr>
        </p:nvSpPr>
        <p:spPr/>
        <p:txBody>
          <a:bodyPr/>
          <a:lstStyle/>
          <a:p>
            <a:r>
              <a:t>The heatmap visualizes the frequency of extreme weather events by country from 2000 to 2024. The color intensity increases over time, indicating rising occurrences of extreme weather events.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Visualization Dashboard</a:t>
            </a:r>
          </a:p>
        </p:txBody>
      </p:sp>
      <p:sp>
        <p:nvSpPr>
          <p:cNvPr id="3" name="Content Placeholder 2"/>
          <p:cNvSpPr>
            <a:spLocks noGrp="1"/>
          </p:cNvSpPr>
          <p:nvPr>
            <p:ph idx="1"/>
          </p:nvPr>
        </p:nvSpPr>
        <p:spPr/>
        <p:txBody>
          <a:bodyPr/>
          <a:lstStyle/>
          <a:p>
            <a:r>
              <a:t>The dashboard includes multiple line charts, bar charts, and heatmaps. Line charts show trends over time, while bar charts compare renewable energy capacities by country. Heatmaps highlight renewable energy generation levels by country and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Features</a:t>
            </a:r>
          </a:p>
        </p:txBody>
      </p:sp>
      <p:sp>
        <p:nvSpPr>
          <p:cNvPr id="3" name="Content Placeholder 2"/>
          <p:cNvSpPr>
            <a:spLocks noGrp="1"/>
          </p:cNvSpPr>
          <p:nvPr>
            <p:ph idx="1"/>
          </p:nvPr>
        </p:nvSpPr>
        <p:spPr/>
        <p:txBody>
          <a:bodyPr/>
          <a:lstStyle/>
          <a:p>
            <a:r>
              <a:t>The dashboard features interactive elements such as sliders and controls, allowing users to explore data in depth. Icons and labels provide additional context and data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video provides insights into how infrastructure affects the transition to green energy and highlights the importance of monitoring extreme weather events through data visualization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