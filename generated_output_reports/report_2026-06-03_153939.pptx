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Video Objects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Left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Multiple line charts representing different metrics over time.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Right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line graph showing a positive trend over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Middle Left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bar chart comparing renewable energy by country, color-coded for easy comparison.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Middle Right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Another bar chart showing the share of renewable energy in total energy production for each country and year.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Bottom Left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map focusing on Europe, showing the distribution of renewable energy sources.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Bottom Right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heatmap representing renewable energy production across various regions, using color gradients.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Bottom Center Section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zoomed-in map providing detailed information about the renewable energy landscape within a specific region.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